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7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3/9/2026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126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3/9/2026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5722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3/9/2026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0302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3/9/2026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1911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3/9/2026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7676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3/9/2026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21496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3/9/2026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1189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3/9/2026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6304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3/9/2026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99325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3/9/2026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118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3/9/2026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816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3/9/2026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9170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18" r:id="rId6"/>
    <p:sldLayoutId id="2147483714" r:id="rId7"/>
    <p:sldLayoutId id="2147483715" r:id="rId8"/>
    <p:sldLayoutId id="2147483716" r:id="rId9"/>
    <p:sldLayoutId id="2147483717" r:id="rId10"/>
    <p:sldLayoutId id="214748371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2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482F060-A4AF-4E0B-B364-7C6BA4AE9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6220" y="0"/>
            <a:ext cx="4641315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894706B-1D4F-57A7-4BCC-59BB606E24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814" y="640080"/>
            <a:ext cx="3659246" cy="2850319"/>
          </a:xfrm>
        </p:spPr>
        <p:txBody>
          <a:bodyPr>
            <a:normAutofit/>
          </a:bodyPr>
          <a:lstStyle/>
          <a:p>
            <a:r>
              <a:rPr lang="pt-BR" sz="5400" dirty="0">
                <a:solidFill>
                  <a:srgbClr val="FFFFFF"/>
                </a:solidFill>
              </a:rPr>
              <a:t>FUNÇÕES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4189593-59D7-CEF4-8E62-6C2C3FBE7F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4814" y="3812134"/>
            <a:ext cx="3659246" cy="2349823"/>
          </a:xfrm>
        </p:spPr>
        <p:txBody>
          <a:bodyPr>
            <a:normAutofit/>
          </a:bodyPr>
          <a:lstStyle/>
          <a:p>
            <a:endParaRPr lang="pt-BR" sz="1800">
              <a:solidFill>
                <a:srgbClr val="FFFFFF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9EB6DAA-2F0C-43D5-A577-15D5D2C4E3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22797" y="3651268"/>
            <a:ext cx="338328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A1BFDEDE-225B-0621-8457-B2919D17E2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1" b="9247"/>
          <a:stretch>
            <a:fillRect/>
          </a:stretch>
        </p:blipFill>
        <p:spPr>
          <a:xfrm>
            <a:off x="4635095" y="10"/>
            <a:ext cx="7556889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253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558DB37-9FEE-48A2-8578-ED04015739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FCCA6-00E2-4F74-A105-0D769872F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C8931DE-405C-F0E8-B3D0-BAA2F999A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ctr">
            <a:normAutofit/>
          </a:bodyPr>
          <a:lstStyle/>
          <a:p>
            <a:r>
              <a:rPr lang="pt-BR" dirty="0">
                <a:solidFill>
                  <a:srgbClr val="FFFFFF"/>
                </a:solidFill>
              </a:rPr>
              <a:t>FUNÇÕES EM JAVA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B638809-53E2-4942-CB26-1FD68387C1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6963" y="2675694"/>
            <a:ext cx="10058400" cy="3193294"/>
          </a:xfrm>
        </p:spPr>
        <p:txBody>
          <a:bodyPr>
            <a:normAutofit/>
          </a:bodyPr>
          <a:lstStyle/>
          <a:p>
            <a:r>
              <a:rPr lang="pt-BR" dirty="0"/>
              <a:t>COMUMENTE CHAMADAS DE MÉTODOS SÃO BLOCOS DE CÓDIGO NOMEADOS E REUTILIZÁVEIS, PROJETADOS PARA REALIZAR TAREFAS ESPECÍFICAS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9CEC61-F44B-43B3-B40F-AE38C5AF1D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56981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7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648593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B5067CF-C266-8EAF-A976-442CD58A6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69" y="605896"/>
            <a:ext cx="3642309" cy="5646208"/>
          </a:xfrm>
        </p:spPr>
        <p:txBody>
          <a:bodyPr anchor="ctr">
            <a:normAutofit/>
          </a:bodyPr>
          <a:lstStyle/>
          <a:p>
            <a:r>
              <a:rPr lang="pt-BR">
                <a:solidFill>
                  <a:srgbClr val="FFFFFF"/>
                </a:solidFill>
              </a:rPr>
              <a:t>FUNÇÃO EM JAVA SEM RETORNO E SEM PARÂMETRO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9A7E5D7-C5E0-0676-9300-E2C2B5AA0D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1958" y="605896"/>
            <a:ext cx="5923721" cy="5646208"/>
          </a:xfrm>
        </p:spPr>
        <p:txBody>
          <a:bodyPr anchor="ctr">
            <a:normAutofit/>
          </a:bodyPr>
          <a:lstStyle/>
          <a:p>
            <a:r>
              <a:rPr lang="pt-BR" b="1" dirty="0" err="1"/>
              <a:t>public</a:t>
            </a:r>
            <a:r>
              <a:rPr lang="pt-BR" dirty="0"/>
              <a:t> </a:t>
            </a:r>
            <a:r>
              <a:rPr lang="pt-BR" b="1" dirty="0" err="1"/>
              <a:t>class</a:t>
            </a:r>
            <a:r>
              <a:rPr lang="pt-BR" dirty="0"/>
              <a:t> Funcao1 {</a:t>
            </a:r>
          </a:p>
          <a:p>
            <a:r>
              <a:rPr lang="pt-BR" b="1" dirty="0" err="1"/>
              <a:t>public</a:t>
            </a:r>
            <a:r>
              <a:rPr lang="pt-BR" dirty="0"/>
              <a:t> </a:t>
            </a:r>
            <a:r>
              <a:rPr lang="pt-BR" b="1" dirty="0" err="1"/>
              <a:t>static</a:t>
            </a:r>
            <a:r>
              <a:rPr lang="pt-BR" dirty="0"/>
              <a:t> </a:t>
            </a:r>
            <a:r>
              <a:rPr lang="pt-BR" b="1" dirty="0" err="1"/>
              <a:t>void</a:t>
            </a:r>
            <a:r>
              <a:rPr lang="pt-BR" dirty="0"/>
              <a:t> </a:t>
            </a:r>
            <a:r>
              <a:rPr lang="pt-BR" dirty="0" err="1"/>
              <a:t>saudacao</a:t>
            </a:r>
            <a:r>
              <a:rPr lang="pt-BR" dirty="0"/>
              <a:t>() {</a:t>
            </a:r>
          </a:p>
          <a:p>
            <a:r>
              <a:rPr lang="pt-BR" dirty="0" err="1"/>
              <a:t>System.</a:t>
            </a:r>
            <a:r>
              <a:rPr lang="pt-BR" b="1" i="1" dirty="0" err="1"/>
              <a:t>out</a:t>
            </a:r>
            <a:r>
              <a:rPr lang="pt-BR" dirty="0" err="1"/>
              <a:t>.println</a:t>
            </a:r>
            <a:r>
              <a:rPr lang="pt-BR" dirty="0"/>
              <a:t>("Bom dia, Seja bem vindo.");</a:t>
            </a:r>
          </a:p>
          <a:p>
            <a:r>
              <a:rPr lang="pt-BR" dirty="0"/>
              <a:t>}</a:t>
            </a:r>
          </a:p>
          <a:p>
            <a:r>
              <a:rPr lang="pt-BR" b="1" dirty="0" err="1"/>
              <a:t>public</a:t>
            </a:r>
            <a:r>
              <a:rPr lang="pt-BR" dirty="0"/>
              <a:t> </a:t>
            </a:r>
            <a:r>
              <a:rPr lang="pt-BR" b="1" dirty="0" err="1"/>
              <a:t>static</a:t>
            </a:r>
            <a:r>
              <a:rPr lang="pt-BR" dirty="0"/>
              <a:t> </a:t>
            </a:r>
            <a:r>
              <a:rPr lang="pt-BR" b="1" dirty="0" err="1"/>
              <a:t>void</a:t>
            </a:r>
            <a:r>
              <a:rPr lang="pt-BR" dirty="0"/>
              <a:t> </a:t>
            </a:r>
            <a:r>
              <a:rPr lang="pt-BR" dirty="0" err="1"/>
              <a:t>main</a:t>
            </a:r>
            <a:r>
              <a:rPr lang="pt-BR" dirty="0"/>
              <a:t>(</a:t>
            </a:r>
            <a:r>
              <a:rPr lang="pt-BR" dirty="0" err="1"/>
              <a:t>String</a:t>
            </a:r>
            <a:r>
              <a:rPr lang="pt-BR" dirty="0"/>
              <a:t>[] </a:t>
            </a:r>
            <a:r>
              <a:rPr lang="pt-BR" dirty="0" err="1"/>
              <a:t>args</a:t>
            </a:r>
            <a:r>
              <a:rPr lang="pt-BR" dirty="0"/>
              <a:t>) {</a:t>
            </a:r>
          </a:p>
          <a:p>
            <a:r>
              <a:rPr lang="pt-BR" i="1" dirty="0" err="1"/>
              <a:t>saudacao</a:t>
            </a:r>
            <a:r>
              <a:rPr lang="pt-BR" dirty="0"/>
              <a:t>();</a:t>
            </a:r>
          </a:p>
          <a:p>
            <a:r>
              <a:rPr lang="pt-BR" dirty="0"/>
              <a:t>}</a:t>
            </a:r>
          </a:p>
          <a:p>
            <a:br>
              <a:rPr lang="pt-BR" dirty="0"/>
            </a:br>
            <a:endParaRPr lang="pt-BR" dirty="0"/>
          </a:p>
          <a:p>
            <a:r>
              <a:rPr lang="pt-BR" dirty="0"/>
              <a:t>}</a:t>
            </a:r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6393873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C9F9B9-83B1-24BA-A278-B45D3DCA2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7">
            <a:extLst>
              <a:ext uri="{FF2B5EF4-FFF2-40B4-BE49-F238E27FC236}">
                <a16:creationId xmlns:a16="http://schemas.microsoft.com/office/drawing/2014/main" id="{75EF80D6-BEE9-C8E0-4052-801E2416CA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46BA4D60-858A-EDB1-C523-9FA1F2336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648593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8136E36-A620-A190-523A-04242C88B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69" y="605896"/>
            <a:ext cx="3642309" cy="5646208"/>
          </a:xfrm>
        </p:spPr>
        <p:txBody>
          <a:bodyPr anchor="ctr">
            <a:normAutofit/>
          </a:bodyPr>
          <a:lstStyle/>
          <a:p>
            <a:r>
              <a:rPr lang="pt-BR" dirty="0">
                <a:solidFill>
                  <a:srgbClr val="FFFFFF"/>
                </a:solidFill>
              </a:rPr>
              <a:t>FUNÇÃO EM JAVA SEM RETORNO E COM PARÂMETRO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37A809F-4DB6-F222-D83E-47115F584D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1958" y="605896"/>
            <a:ext cx="6714236" cy="5646208"/>
          </a:xfrm>
        </p:spPr>
        <p:txBody>
          <a:bodyPr anchor="ctr">
            <a:normAutofit lnSpcReduction="10000"/>
          </a:bodyPr>
          <a:lstStyle/>
          <a:p>
            <a:r>
              <a:rPr lang="pt-BR" b="1" dirty="0" err="1"/>
              <a:t>public</a:t>
            </a:r>
            <a:r>
              <a:rPr lang="pt-BR" dirty="0"/>
              <a:t> </a:t>
            </a:r>
            <a:r>
              <a:rPr lang="pt-BR" b="1" dirty="0" err="1"/>
              <a:t>class</a:t>
            </a:r>
            <a:r>
              <a:rPr lang="pt-BR" dirty="0"/>
              <a:t> Funcao2 {</a:t>
            </a:r>
          </a:p>
          <a:p>
            <a:r>
              <a:rPr lang="pt-BR" b="1" dirty="0" err="1"/>
              <a:t>public</a:t>
            </a:r>
            <a:r>
              <a:rPr lang="pt-BR" dirty="0"/>
              <a:t> </a:t>
            </a:r>
            <a:r>
              <a:rPr lang="pt-BR" b="1" dirty="0" err="1"/>
              <a:t>static</a:t>
            </a:r>
            <a:r>
              <a:rPr lang="pt-BR" dirty="0"/>
              <a:t> </a:t>
            </a:r>
            <a:r>
              <a:rPr lang="pt-BR" b="1" dirty="0" err="1"/>
              <a:t>void</a:t>
            </a:r>
            <a:r>
              <a:rPr lang="pt-BR" dirty="0"/>
              <a:t> </a:t>
            </a:r>
            <a:r>
              <a:rPr lang="pt-BR" dirty="0" err="1"/>
              <a:t>saudacao</a:t>
            </a:r>
            <a:r>
              <a:rPr lang="pt-BR" dirty="0"/>
              <a:t>(</a:t>
            </a:r>
            <a:r>
              <a:rPr lang="pt-BR" dirty="0" err="1"/>
              <a:t>String</a:t>
            </a:r>
            <a:r>
              <a:rPr lang="pt-BR" dirty="0"/>
              <a:t> nome) {</a:t>
            </a:r>
          </a:p>
          <a:p>
            <a:r>
              <a:rPr lang="pt-BR" dirty="0" err="1"/>
              <a:t>System.</a:t>
            </a:r>
            <a:r>
              <a:rPr lang="pt-BR" b="1" i="1" dirty="0" err="1"/>
              <a:t>out</a:t>
            </a:r>
            <a:r>
              <a:rPr lang="pt-BR" dirty="0" err="1"/>
              <a:t>.println</a:t>
            </a:r>
            <a:r>
              <a:rPr lang="pt-BR" dirty="0"/>
              <a:t>("Bom </a:t>
            </a:r>
            <a:r>
              <a:rPr lang="pt-BR" dirty="0" err="1"/>
              <a:t>dia,"+nome+",Seja</a:t>
            </a:r>
            <a:r>
              <a:rPr lang="pt-BR" dirty="0"/>
              <a:t> bem vindo.");</a:t>
            </a:r>
          </a:p>
          <a:p>
            <a:r>
              <a:rPr lang="pt-BR" dirty="0"/>
              <a:t>}</a:t>
            </a:r>
          </a:p>
          <a:p>
            <a:r>
              <a:rPr lang="pt-BR" b="1" dirty="0" err="1"/>
              <a:t>public</a:t>
            </a:r>
            <a:r>
              <a:rPr lang="pt-BR" dirty="0"/>
              <a:t> </a:t>
            </a:r>
            <a:r>
              <a:rPr lang="pt-BR" b="1" dirty="0" err="1"/>
              <a:t>static</a:t>
            </a:r>
            <a:r>
              <a:rPr lang="pt-BR" dirty="0"/>
              <a:t> </a:t>
            </a:r>
            <a:r>
              <a:rPr lang="pt-BR" b="1" dirty="0" err="1"/>
              <a:t>void</a:t>
            </a:r>
            <a:r>
              <a:rPr lang="pt-BR" dirty="0"/>
              <a:t> </a:t>
            </a:r>
            <a:r>
              <a:rPr lang="pt-BR" dirty="0" err="1"/>
              <a:t>main</a:t>
            </a:r>
            <a:r>
              <a:rPr lang="pt-BR" dirty="0"/>
              <a:t>(</a:t>
            </a:r>
            <a:r>
              <a:rPr lang="pt-BR" dirty="0" err="1"/>
              <a:t>String</a:t>
            </a:r>
            <a:r>
              <a:rPr lang="pt-BR" dirty="0"/>
              <a:t>[] </a:t>
            </a:r>
            <a:r>
              <a:rPr lang="pt-BR" dirty="0" err="1"/>
              <a:t>args</a:t>
            </a:r>
            <a:r>
              <a:rPr lang="pt-BR" dirty="0"/>
              <a:t>) {</a:t>
            </a:r>
          </a:p>
          <a:p>
            <a:r>
              <a:rPr lang="pt-BR" i="1" dirty="0" err="1"/>
              <a:t>saudacao</a:t>
            </a:r>
            <a:r>
              <a:rPr lang="pt-BR" dirty="0"/>
              <a:t>("</a:t>
            </a:r>
            <a:r>
              <a:rPr lang="pt-BR" dirty="0" err="1"/>
              <a:t>Dev</a:t>
            </a:r>
            <a:r>
              <a:rPr lang="pt-BR" dirty="0"/>
              <a:t>");</a:t>
            </a:r>
          </a:p>
          <a:p>
            <a:br>
              <a:rPr lang="pt-BR" dirty="0"/>
            </a:br>
            <a:endParaRPr lang="pt-BR" dirty="0"/>
          </a:p>
          <a:p>
            <a:r>
              <a:rPr lang="pt-BR" dirty="0"/>
              <a:t>}</a:t>
            </a:r>
          </a:p>
          <a:p>
            <a:br>
              <a:rPr lang="pt-BR" dirty="0"/>
            </a:br>
            <a:endParaRPr lang="pt-BR" dirty="0"/>
          </a:p>
          <a:p>
            <a:r>
              <a:rPr lang="pt-BR" dirty="0"/>
              <a:t>}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11264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C14976-99C2-C750-06C2-CF0B89D8B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7">
            <a:extLst>
              <a:ext uri="{FF2B5EF4-FFF2-40B4-BE49-F238E27FC236}">
                <a16:creationId xmlns:a16="http://schemas.microsoft.com/office/drawing/2014/main" id="{6B52C0BE-164B-16EB-C643-6750EF530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0F88AFBD-49A4-2ED3-17EB-A9787675B4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648593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B5A0F9B-A347-2320-A48C-713200A73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69" y="605896"/>
            <a:ext cx="3642309" cy="5646208"/>
          </a:xfrm>
        </p:spPr>
        <p:txBody>
          <a:bodyPr anchor="ctr">
            <a:normAutofit/>
          </a:bodyPr>
          <a:lstStyle/>
          <a:p>
            <a:r>
              <a:rPr lang="pt-BR" dirty="0">
                <a:solidFill>
                  <a:srgbClr val="FFFFFF"/>
                </a:solidFill>
              </a:rPr>
              <a:t>FUNÇÃO EM JAVA COM RETORNO E COM PARÂMETRO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E9A80DD-B753-4062-75FA-9F44F1A86D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1958" y="605896"/>
            <a:ext cx="7446710" cy="5646208"/>
          </a:xfrm>
        </p:spPr>
        <p:txBody>
          <a:bodyPr anchor="ctr">
            <a:normAutofit/>
          </a:bodyPr>
          <a:lstStyle/>
          <a:p>
            <a:r>
              <a:rPr lang="pt-BR" b="1" dirty="0" err="1"/>
              <a:t>public</a:t>
            </a:r>
            <a:r>
              <a:rPr lang="pt-BR" dirty="0"/>
              <a:t> </a:t>
            </a:r>
            <a:r>
              <a:rPr lang="pt-BR" b="1" dirty="0" err="1"/>
              <a:t>class</a:t>
            </a:r>
            <a:r>
              <a:rPr lang="pt-BR" dirty="0"/>
              <a:t> Funcao3 {</a:t>
            </a:r>
          </a:p>
          <a:p>
            <a:r>
              <a:rPr lang="pt-BR" b="1" dirty="0" err="1"/>
              <a:t>public</a:t>
            </a:r>
            <a:r>
              <a:rPr lang="pt-BR" dirty="0"/>
              <a:t> </a:t>
            </a:r>
            <a:r>
              <a:rPr lang="pt-BR" b="1" dirty="0" err="1"/>
              <a:t>static</a:t>
            </a:r>
            <a:r>
              <a:rPr lang="pt-BR" dirty="0"/>
              <a:t> </a:t>
            </a:r>
            <a:r>
              <a:rPr lang="pt-BR" b="1" dirty="0" err="1"/>
              <a:t>int</a:t>
            </a:r>
            <a:r>
              <a:rPr lang="pt-BR" dirty="0"/>
              <a:t> somar(</a:t>
            </a:r>
            <a:r>
              <a:rPr lang="pt-BR" b="1" dirty="0" err="1"/>
              <a:t>int</a:t>
            </a:r>
            <a:r>
              <a:rPr lang="pt-BR" dirty="0"/>
              <a:t> a, </a:t>
            </a:r>
            <a:r>
              <a:rPr lang="pt-BR" b="1" dirty="0" err="1"/>
              <a:t>int</a:t>
            </a:r>
            <a:r>
              <a:rPr lang="pt-BR" dirty="0"/>
              <a:t> b) {</a:t>
            </a:r>
          </a:p>
          <a:p>
            <a:r>
              <a:rPr lang="pt-BR" b="1" dirty="0" err="1"/>
              <a:t>return</a:t>
            </a:r>
            <a:r>
              <a:rPr lang="pt-BR" dirty="0"/>
              <a:t> a + b;</a:t>
            </a:r>
          </a:p>
          <a:p>
            <a:r>
              <a:rPr lang="pt-BR" dirty="0"/>
              <a:t>}</a:t>
            </a:r>
          </a:p>
          <a:p>
            <a:br>
              <a:rPr lang="pt-BR" dirty="0"/>
            </a:br>
            <a:endParaRPr lang="pt-BR" dirty="0"/>
          </a:p>
          <a:p>
            <a:r>
              <a:rPr lang="pt-BR" b="1" dirty="0" err="1"/>
              <a:t>public</a:t>
            </a:r>
            <a:r>
              <a:rPr lang="pt-BR" dirty="0"/>
              <a:t> </a:t>
            </a:r>
            <a:r>
              <a:rPr lang="pt-BR" b="1" dirty="0" err="1"/>
              <a:t>static</a:t>
            </a:r>
            <a:r>
              <a:rPr lang="pt-BR" dirty="0"/>
              <a:t> </a:t>
            </a:r>
            <a:r>
              <a:rPr lang="pt-BR" b="1" dirty="0" err="1"/>
              <a:t>void</a:t>
            </a:r>
            <a:r>
              <a:rPr lang="pt-BR" dirty="0"/>
              <a:t> </a:t>
            </a:r>
            <a:r>
              <a:rPr lang="pt-BR" dirty="0" err="1"/>
              <a:t>main</a:t>
            </a:r>
            <a:r>
              <a:rPr lang="pt-BR" dirty="0"/>
              <a:t>(</a:t>
            </a:r>
            <a:r>
              <a:rPr lang="pt-BR" dirty="0" err="1"/>
              <a:t>String</a:t>
            </a:r>
            <a:r>
              <a:rPr lang="pt-BR" dirty="0"/>
              <a:t>[] </a:t>
            </a:r>
            <a:r>
              <a:rPr lang="pt-BR" dirty="0" err="1"/>
              <a:t>args</a:t>
            </a:r>
            <a:r>
              <a:rPr lang="pt-BR" dirty="0"/>
              <a:t>) {</a:t>
            </a:r>
          </a:p>
          <a:p>
            <a:r>
              <a:rPr lang="pt-BR" b="1" dirty="0" err="1"/>
              <a:t>int</a:t>
            </a:r>
            <a:r>
              <a:rPr lang="pt-BR" dirty="0"/>
              <a:t> resultado = </a:t>
            </a:r>
            <a:r>
              <a:rPr lang="pt-BR" i="1" dirty="0"/>
              <a:t>somar</a:t>
            </a:r>
            <a:r>
              <a:rPr lang="pt-BR" dirty="0"/>
              <a:t>(42, 58);</a:t>
            </a:r>
          </a:p>
          <a:p>
            <a:r>
              <a:rPr lang="pt-BR" dirty="0" err="1"/>
              <a:t>System.</a:t>
            </a:r>
            <a:r>
              <a:rPr lang="pt-BR" b="1" i="1" dirty="0" err="1"/>
              <a:t>out</a:t>
            </a:r>
            <a:r>
              <a:rPr lang="pt-BR" dirty="0" err="1"/>
              <a:t>.println</a:t>
            </a:r>
            <a:r>
              <a:rPr lang="pt-BR" dirty="0"/>
              <a:t>("O resultado da soma é: " + resultado);</a:t>
            </a:r>
          </a:p>
          <a:p>
            <a:r>
              <a:rPr lang="pt-BR" dirty="0"/>
              <a:t>}</a:t>
            </a:r>
          </a:p>
          <a:p>
            <a:r>
              <a:rPr lang="pt-BR" dirty="0"/>
              <a:t>}</a:t>
            </a:r>
          </a:p>
          <a:p>
            <a:endParaRPr lang="pt-BR" dirty="0"/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4399310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Univers Condensed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Univers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191</Words>
  <Application>Microsoft Office PowerPoint</Application>
  <PresentationFormat>Widescreen</PresentationFormat>
  <Paragraphs>35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9" baseType="lpstr">
      <vt:lpstr>Calibri</vt:lpstr>
      <vt:lpstr>Univers</vt:lpstr>
      <vt:lpstr>Univers Condensed</vt:lpstr>
      <vt:lpstr>RetrospectVTI</vt:lpstr>
      <vt:lpstr>FUNÇÕES</vt:lpstr>
      <vt:lpstr>FUNÇÕES EM JAVA</vt:lpstr>
      <vt:lpstr>FUNÇÃO EM JAVA SEM RETORNO E SEM PARÂMETRO</vt:lpstr>
      <vt:lpstr>FUNÇÃO EM JAVA SEM RETORNO E COM PARÂMETRO</vt:lpstr>
      <vt:lpstr>FUNÇÃO EM JAVA COM RETORNO E COM PARÂMETRO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FUNÇÕES</dc:title>
  <dc:creator>Jose Luis</dc:creator>
  <cp:lastModifiedBy>userlocal</cp:lastModifiedBy>
  <cp:revision>2</cp:revision>
  <dcterms:created xsi:type="dcterms:W3CDTF">2026-03-09T01:19:38Z</dcterms:created>
  <dcterms:modified xsi:type="dcterms:W3CDTF">2026-03-09T13:24:20Z</dcterms:modified>
</cp:coreProperties>
</file>